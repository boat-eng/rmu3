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Flow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Converted from PDF to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A   Scenario: A student uses an ATM to withdraw money. The ATM sends requests to the</a:t>
            </a:r>
          </a:p>
          <a:p>
            <a:r>
              <a:t>bank server and receives responses. Answers: 1. What type of data flow is involved? Full-</a:t>
            </a:r>
          </a:p>
          <a:p>
            <a:r>
              <a:t>duplex communication. This is because both the ATM and the bank server can send and</a:t>
            </a:r>
          </a:p>
          <a:p>
            <a:r>
              <a:t>receive data simultaneously. 2. Explain your reasoning. The ATM sends a request (e.g.,</a:t>
            </a:r>
          </a:p>
          <a:p>
            <a:r>
              <a:t>withdrawal request), and at the same time, the server processes and sends back responses</a:t>
            </a:r>
          </a:p>
          <a:p>
            <a:r>
              <a:t>(approval, balance, etc.). Communication happens in both directions at once. 3. What would</a:t>
            </a:r>
          </a:p>
          <a:p>
            <a:r>
              <a:t>happen if only simplex communication were used? If simplex communication were used, data</a:t>
            </a:r>
          </a:p>
          <a:p>
            <a:r>
              <a:t>would flow in only one direction. This means the ATM could send requests but would not</a:t>
            </a:r>
          </a:p>
          <a:p>
            <a:r>
              <a:t>receive responses, making it impossible to complete transactions.  TEAM B   Scenario:</a:t>
            </a:r>
          </a:p>
          <a:p>
            <a:r>
              <a:t>Students watch a live sports stream provided by the university, but interaction</a:t>
            </a:r>
          </a:p>
          <a:p>
            <a:r>
              <a:t>(chat/comments) is disabled. Answers: 1. Identify the data flow type. Simplex</a:t>
            </a:r>
          </a:p>
          <a:p>
            <a:r>
              <a:t>communication. 2. Compare it briefly with half-duplex communication. Simplex allows data</a:t>
            </a:r>
          </a:p>
          <a:p>
            <a:r>
              <a:t>to flow in only one direction (server to students), while half-duplex allows data to flow</a:t>
            </a:r>
          </a:p>
          <a:p>
            <a:r>
              <a:t>in both directions but not at the same time. 3. Suggest how the system could be upgraded</a:t>
            </a:r>
          </a:p>
          <a:p>
            <a:r>
              <a:t>to full-duplex. The system can be upgraded by enabling real-time interaction features such</a:t>
            </a:r>
          </a:p>
          <a:p>
            <a:r>
              <a:t>as live chat, comments, or voice communication, allowing users to send and receive data</a:t>
            </a:r>
          </a:p>
          <a:p>
            <a:r>
              <a:t>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F   Scenario: Students and lecturers interact in real time during an online class</a:t>
            </a:r>
          </a:p>
          <a:p>
            <a:r>
              <a:t>using video conferencing tools. Answers: 1. Identify the data flow type. Full-duplex</a:t>
            </a:r>
          </a:p>
          <a:p>
            <a:r>
              <a:t>communication. 2. Explain how communication occurs. Both students and lecturers can send</a:t>
            </a:r>
          </a:p>
          <a:p>
            <a:r>
              <a:t>and receive audio, video, and messages simultaneously, enabling real-time interaction. 3.</a:t>
            </a:r>
          </a:p>
          <a:p>
            <a:r>
              <a:t>State one advantage of this method. It allows immediate feedback and real-time</a:t>
            </a:r>
          </a:p>
          <a:p>
            <a:r>
              <a:t>interaction, improving understanding and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